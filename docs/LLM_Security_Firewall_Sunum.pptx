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SECURITY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FIREWALL ADVANCED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katmanlı LLM güvenlik gateway'i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• Jailbreak • PII Leakage koruması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1280160" cy="36576"/>
          </a:xfrm>
          <a:prstGeom prst="rect">
            <a:avLst/>
          </a:prstGeom>
          <a:solidFill>
            <a:srgbClr val="47F19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  •  TEKNOFEST  •  2026  |  Uras AKAS / urasec-labs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uygulamaları yeni nesil saldırılara karşı savunmasız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FIREWALL  |  TÜBİTAK / TEKNOFEST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80160"/>
            <a:ext cx="73152" cy="1280160"/>
          </a:xfrm>
          <a:prstGeom prst="rect">
            <a:avLst/>
          </a:prstGeom>
          <a:solidFill>
            <a:srgbClr val="F056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talimatlarıyla sistem promptunu ezer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80160"/>
            <a:ext cx="73152" cy="1280160"/>
          </a:xfrm>
          <a:prstGeom prst="rect">
            <a:avLst/>
          </a:prstGeom>
          <a:solidFill>
            <a:srgbClr val="F056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Jailbreak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güvenlik filtrelerini atlatır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743200"/>
            <a:ext cx="73152" cy="1280160"/>
          </a:xfrm>
          <a:prstGeom prst="rect">
            <a:avLst/>
          </a:prstGeom>
          <a:solidFill>
            <a:srgbClr val="F056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/ Secret Leak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Çıktıda e-posta, API key, kart sızar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7432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743200"/>
            <a:ext cx="73152" cy="1280160"/>
          </a:xfrm>
          <a:prstGeom prst="rect">
            <a:avLst/>
          </a:prstGeom>
          <a:solidFill>
            <a:srgbClr val="F0564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Exfiltration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bilgileri dışarı sızdırılır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Çok katmanlı LLM Security Gateway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FIREWALL  |  TÜBİTAK / TEKNOFEST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Guard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→ Classifier → Semantic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Upstream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880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veya OpenAI-compatible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Guard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880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Secret / URL Redaction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4630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951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2880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+ Metrics +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MİMARİ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flow — 3 katmanlı Input Guard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FIREWALL  |  TÜBİTAK / TEKNOFEST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91440" cy="960120"/>
          </a:xfrm>
          <a:prstGeom prst="rect">
            <a:avLst/>
          </a:prstGeom>
          <a:solidFill>
            <a:srgbClr val="47F19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 — Rules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1371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EN/TR regex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/ Base64 de-obfuscation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 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31720"/>
            <a:ext cx="91440" cy="960120"/>
          </a:xfrm>
          <a:prstGeom prst="rect">
            <a:avLst/>
          </a:prstGeom>
          <a:solidFill>
            <a:srgbClr val="3DD8D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 — Classifier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2468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örnek (TR+EN)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 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429000"/>
            <a:ext cx="91440" cy="96012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 — Semantic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0" y="3566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prototype similarity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Opsiyonel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ÖZELLİKLER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Yarışmaya hazır tam yığın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FIREWALL  |  TÜBİTAK / TEKNOFEST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Türkçe + İngilizce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Saldırı imzaları ve eğitim verisi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Tailwind, metrik &amp; audit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 + Auth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window, Bearer token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8346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komutla ayağa kalkar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8346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Upstream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gerektirmez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8346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Eval + Bench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 + latency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evaluation &amp; latency (CPU)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FIREWALL  |  TÜBİTAK / TEKNOFEST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9516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(mean): Rules 0.10 ms  •  Classifier 0.50 ms  •  Output 0.03 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örnek (76 saldırı / 80 benign) • Threshold 0.55 • False Positive = 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Sentetik eğitim kümesi üzerindedir. Production için ayrı test seti gerekir.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Kapsanan tehditler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FIREWALL  |  TÜBİTAK / TEKNOFEST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638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1261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2618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6383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647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1764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Output Handling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7647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6383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2677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2267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 Disclosure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267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+ Audit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6383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770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94560" y="2770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Plugin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27706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message scan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6383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2735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3273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+ RBAC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63833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776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94560" y="3776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Overreliance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5216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skorlama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Modern, açık kaynak yığın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FIREWALL  |  TÜBİTAK / TEKNOFEST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44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1444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• FastAPI • scikit-learn • Pydantic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221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2219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• TypeScript • Tailwind • Vite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29992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 • MiniLM (opsiyonel)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776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37764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• Nginx • pytest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7F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Gelecek geliştirmeler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FIREWALL  |  TÜBİTAK / TEKNOFEST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01168" cy="201168"/>
          </a:xfrm>
          <a:prstGeom prst="ellipse">
            <a:avLst/>
          </a:prstGeom>
          <a:solidFill>
            <a:srgbClr val="47F19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BERTurk / Transformer fine-tune classifier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01168" cy="201168"/>
          </a:xfrm>
          <a:prstGeom prst="ellipse">
            <a:avLst/>
          </a:prstGeom>
          <a:solidFill>
            <a:srgbClr val="47F19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737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context injection denetimi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47F19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entegrasyonu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201168" cy="201168"/>
          </a:xfrm>
          <a:prstGeom prst="ellipse">
            <a:avLst/>
          </a:prstGeom>
          <a:solidFill>
            <a:srgbClr val="47F19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policy engine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201168" cy="201168"/>
          </a:xfrm>
          <a:prstGeom prst="ellipse">
            <a:avLst/>
          </a:prstGeom>
          <a:solidFill>
            <a:srgbClr val="47F19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 set genişletme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201168" cy="201168"/>
          </a:xfrm>
          <a:prstGeom prst="ellipse">
            <a:avLst/>
          </a:prstGeom>
          <a:solidFill>
            <a:srgbClr val="47F19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token-safe redaction araştırması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Teşekkürler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 için hazırız.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188720" cy="36576"/>
          </a:xfrm>
          <a:prstGeom prst="rect">
            <a:avLst/>
          </a:prstGeom>
          <a:solidFill>
            <a:srgbClr val="47F19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Uras AKAS  •  urasec-labs  •  urasakas.com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Demo: docker compose up --build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FIREWALL  |  TÜBİTAK / TEKNOFEST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Security Firewall Advanced</dc:title>
  <dc:subject>TÜBİTAK / Teknofest Teknik Sunum</dc:subject>
  <dc:creator>Uras AKAS / urasec-labs</dc:creator>
  <cp:lastModifiedBy>Uras AKAS / urasec-labs</cp:lastModifiedBy>
  <cp:revision>1</cp:revision>
  <dcterms:created xsi:type="dcterms:W3CDTF">2026-10-16T16:03:14Z</dcterms:created>
  <dcterms:modified xsi:type="dcterms:W3CDTF">2026-10-16T16:03:14Z</dcterms:modified>
</cp:coreProperties>
</file>